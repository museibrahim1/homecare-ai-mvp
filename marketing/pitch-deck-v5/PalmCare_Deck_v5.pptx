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1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2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3-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4-laun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5-h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6-c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7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8-compet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9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0-whyn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1-financi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2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3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4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5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PalmCare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PalmCare AI — Seed Round $250K</dc:title>
  <dc:subject>PptxGenJS Presentation</dc:subject>
  <dc:creator>Muse Ibrahim</dc:creator>
  <cp:lastModifiedBy>Muse Ibrahim</cp:lastModifiedBy>
  <cp:revision>1</cp:revision>
  <dcterms:created xsi:type="dcterms:W3CDTF">2026-07-14T02:10:19Z</dcterms:created>
  <dcterms:modified xsi:type="dcterms:W3CDTF">2026-07-14T02:10:19Z</dcterms:modified>
</cp:coreProperties>
</file>