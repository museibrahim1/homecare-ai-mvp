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usaibrahim/Desktop/AI Voice Contracter/marketing/pitch-deck-v5/out/s01-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usaibrahim/Desktop/AI Voice Contracter/marketing/pitch-deck-v5/out/s02-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usaibrahim/Desktop/AI Voice Contracter/marketing/pitch-deck-v5/out/s03-s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usaibrahim/Desktop/AI Voice Contracter/marketing/pitch-deck-v5/out/s04-launch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usaibrahim/Desktop/AI Voice Contracter/marketing/pitch-deck-v5/out/s05-h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usaibrahim/Desktop/AI Voice Contracter/marketing/pitch-deck-v5/out/s06-c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usaibrahim/Desktop/AI Voice Contracter/marketing/pitch-deck-v5/out/s07-mar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usaibrahim/Desktop/AI Voice Contracter/marketing/pitch-deck-v5/out/s08-compet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usaibrahim/Desktop/AI Voice Contracter/marketing/pitch-deck-v5/out/s09-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usaibrahim/Desktop/AI Voice Contracter/marketing/pitch-deck-v5/out/s10-whyn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usaibrahim/Desktop/AI Voice Contracter/marketing/pitch-deck-v5/out/s11-financia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usaibrahim/Desktop/AI Voice Contracter/marketing/pitch-deck-v5/out/s12-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usaibrahim/Desktop/AI Voice Contracter/marketing/pitch-deck-v5/out/s13-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usaibrahim/Desktop/AI Voice Contracter/marketing/pitch-deck-v5/out/s14-t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usaibrahim/Desktop/AI Voice Contracter/marketing/pitch-deck-v5/out/s15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PalmCare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PalmCare AI — Seed Round $250K</dc:title>
  <dc:subject>PptxGenJS Presentation</dc:subject>
  <dc:creator>Muse Ibrahim</dc:creator>
  <cp:lastModifiedBy>Muse Ibrahim</cp:lastModifiedBy>
  <cp:revision>1</cp:revision>
  <dcterms:created xsi:type="dcterms:W3CDTF">2026-07-14T02:01:14Z</dcterms:created>
  <dcterms:modified xsi:type="dcterms:W3CDTF">2026-07-14T02:01:14Z</dcterms:modified>
</cp:coreProperties>
</file>