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usaibrahim/Desktop/AI Voice Contracter/marketing/pitch-deck-v5/out/s01-tit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usaibrahim/Desktop/AI Voice Contracter/marketing/pitch-deck-v5/out/s02-proble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usaibrahim/Desktop/AI Voice Contracter/marketing/pitch-deck-v5/out/s03-solu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usaibrahim/Desktop/AI Voice Contracter/marketing/pitch-deck-v5/out/s04-launch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usaibrahim/Desktop/AI Voice Contracter/marketing/pitch-deck-v5/out/s05-h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usaibrahim/Desktop/AI Voice Contracter/marketing/pitch-deck-v5/out/s06-c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usaibrahim/Desktop/AI Voice Contracter/marketing/pitch-deck-v5/out/s07-mark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usaibrahim/Desktop/AI Voice Contracter/marketing/pitch-deck-v5/out/s08-competi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usaibrahim/Desktop/AI Voice Contracter/marketing/pitch-deck-v5/out/s09-mod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usaibrahim/Desktop/AI Voice Contracter/marketing/pitch-deck-v5/out/s10-whyn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usaibrahim/Desktop/AI Voice Contracter/marketing/pitch-deck-v5/out/s11-financia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usaibrahim/Desktop/AI Voice Contracter/marketing/pitch-deck-v5/out/s12-road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usaibrahim/Desktop/AI Voice Contracter/marketing/pitch-deck-v5/out/s13-as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usaibrahim/Desktop/AI Voice Contracter/marketing/pitch-deck-v5/out/s14-te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usaibrahim/Desktop/AI Voice Contracter/marketing/pitch-deck-v5/out/s15-clo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PalmCare 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PalmCare AI — Seed Round $250K</dc:title>
  <dc:subject>PptxGenJS Presentation</dc:subject>
  <dc:creator>Muse Ibrahim</dc:creator>
  <cp:lastModifiedBy>Muse Ibrahim</cp:lastModifiedBy>
  <cp:revision>1</cp:revision>
  <dcterms:created xsi:type="dcterms:W3CDTF">2026-07-14T01:14:24Z</dcterms:created>
  <dcterms:modified xsi:type="dcterms:W3CDTF">2026-07-14T01:14:24Z</dcterms:modified>
</cp:coreProperties>
</file>