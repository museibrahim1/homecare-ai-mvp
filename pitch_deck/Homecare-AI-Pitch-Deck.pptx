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Homecare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Care assessments in, proposal-ready contracts out.</a:t>
            </a:r>
          </a:p>
          <a:p>
            <a:r>
              <a:t>AI-powered workflow for home healthcare agencies.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Slow: intake calls → manual notes → manual pricing → manual contract drafting</a:t>
            </a:r>
          </a:p>
          <a:p>
            <a:pPr/>
            <a:r>
              <a:t>Inconsistent: variability across coordinators/branches leads to pricing and scope errors</a:t>
            </a:r>
          </a:p>
          <a:p>
            <a:pPr/>
            <a:r>
              <a:t>High-stakes: delays and mistakes cost revenue, compliance risk, and client trust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Transcript ingestion (upload audio or import text)</a:t>
            </a:r>
          </a:p>
          <a:p>
            <a:pPr/>
            <a:r>
              <a:t>Services &amp; billables extraction</a:t>
            </a:r>
          </a:p>
          <a:p>
            <a:pPr/>
            <a:r>
              <a:t>Contract drafting from templates</a:t>
            </a:r>
          </a:p>
          <a:p>
            <a:pPr/>
            <a:r>
              <a:t>Review + edit + export (PDF/CSV) in one 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Demo login (admin UI)</a:t>
            </a:r>
          </a:p>
        </p:txBody>
      </p:sp>
      <p:pic>
        <p:nvPicPr>
          <p:cNvPr id="3" name="Picture 2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84" y="1051560"/>
            <a:ext cx="654212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Assessments inbox (the work queue)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Start a new assessment or run a guided demo flow.</a:t>
            </a:r>
          </a:p>
        </p:txBody>
      </p:sp>
      <p:pic>
        <p:nvPicPr>
          <p:cNvPr id="4" name="Picture 3" descr="02-assess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551" y="1417320"/>
            <a:ext cx="6098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Workflow: assessment → pipeline → 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Start or import an assessment</a:t>
            </a:r>
          </a:p>
          <a:p>
            <a:pPr/>
            <a:r>
              <a:t>Run pipeline steps (transcribe → bill → contract)</a:t>
            </a:r>
          </a:p>
          <a:p>
            <a:pPr/>
            <a:r>
              <a:t>Review outputs in the right-side panel</a:t>
            </a:r>
          </a:p>
          <a:p>
            <a:pPr/>
            <a:r>
              <a:t>Export PDF/CSV for client + billing ops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Intake capture + pipeline controls</a:t>
            </a:r>
          </a:p>
        </p:txBody>
      </p:sp>
      <p:pic>
        <p:nvPicPr>
          <p:cNvPr id="3" name="Picture 2" descr="03-vis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84" y="1051560"/>
            <a:ext cx="654212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Contract generation (human-in-the-loop)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Edit/regenerate, then export.</a:t>
            </a:r>
          </a:p>
        </p:txBody>
      </p:sp>
      <p:pic>
        <p:nvPicPr>
          <p:cNvPr id="4" name="Picture 3" descr="04-contrac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551" y="1417320"/>
            <a:ext cx="6098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Client CRM (lightweight, agency-friendly)</a:t>
            </a:r>
          </a:p>
        </p:txBody>
      </p:sp>
      <p:pic>
        <p:nvPicPr>
          <p:cNvPr id="3" name="Picture 2" descr="05-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84" y="1051560"/>
            <a:ext cx="654212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/>
            </a:pPr>
            <a:r>
              <a:t>Reporting &amp; exports</a:t>
            </a:r>
          </a:p>
        </p:txBody>
      </p:sp>
      <p:pic>
        <p:nvPicPr>
          <p:cNvPr id="3" name="Picture 2" descr="06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84" y="1051560"/>
            <a:ext cx="654212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 (high 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Frontend: Next.js admin UI</a:t>
            </a:r>
          </a:p>
          <a:p>
            <a:pPr/>
            <a:r>
              <a:t>Backend: FastAPI API + auth</a:t>
            </a:r>
          </a:p>
          <a:p>
            <a:pPr/>
            <a:r>
              <a:t>Pipeline: worker jobs (transcription, extraction, contract generation)</a:t>
            </a:r>
          </a:p>
          <a:p>
            <a:pPr/>
            <a:r>
              <a:t>Storage: Postgres (entities) + S3/MinIO (audio)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model (initial)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Subscription per agency / location</a:t>
            </a:r>
          </a:p>
          <a:p>
            <a:pPr/>
            <a:r>
              <a:t>Tiered plans by usage (visits/month, storage, seats)</a:t>
            </a:r>
          </a:p>
          <a:p>
            <a:pPr/>
            <a:r>
              <a:t>Optional onboarding + integrations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we’re building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Deeper template controls + clause library</a:t>
            </a:r>
          </a:p>
          <a:p>
            <a:pPr/>
            <a:r>
              <a:t>More robust validation + audit trails</a:t>
            </a:r>
          </a:p>
          <a:p>
            <a:pPr/>
            <a:r>
              <a:t>Integrations (EMR/CRM, billing systems)</a:t>
            </a:r>
          </a:p>
          <a:p>
            <a:pPr/>
            <a:r>
              <a:t>Multi-location analytics and admin tooling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