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715"/>
  </p:normalViewPr>
  <p:slideViewPr>
    <p:cSldViewPr snapToGrid="0" snapToObjects="1">
      <p:cViewPr varScale="1">
        <p:scale>
          <a:sx n="118" d="100"/>
          <a:sy n="118" d="100"/>
        </p:scale>
        <p:origin x="552" y="20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Homecare AI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Care assessments in, proposal-ready contracts out.</a:t>
            </a:r>
          </a:p>
          <a:p>
            <a:r>
              <a:t>AI-powered workflow for home healthcare agencies.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Slow: intake calls → manual notes → manual pricing → manual contract drafting</a:t>
            </a:r>
          </a:p>
          <a:p>
            <a:r>
              <a:t>Inconsistent: variability across coordinators/branches leads to pricing and scope errors</a:t>
            </a:r>
          </a:p>
          <a:p>
            <a:r>
              <a:t>High-stakes: delays and mistakes cost revenue, compliance risk, and client trust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Transcript ingestion (upload audio or import text)</a:t>
            </a:r>
          </a:p>
          <a:p>
            <a:r>
              <a:t>Services &amp; billables extraction</a:t>
            </a:r>
          </a:p>
          <a:p>
            <a:r>
              <a:t>Contract drafting from templates</a:t>
            </a:r>
          </a:p>
          <a:p>
            <a:r>
              <a:t>Review + edit + export (PDF/CSV) in one place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400" b="1"/>
            </a:pPr>
            <a:r>
              <a:t>Demo login (admin UI)</a:t>
            </a:r>
          </a:p>
        </p:txBody>
      </p:sp>
      <p:pic>
        <p:nvPicPr>
          <p:cNvPr id="3" name="Picture 2" descr="01-lo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4784" y="1051560"/>
            <a:ext cx="6542126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400" b="1"/>
            </a:pPr>
            <a:r>
              <a:t>Assessments inbox (the work queue)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1109441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/>
            </a:pPr>
            <a:r>
              <a:t>Start a new assessment or run a guided demo flow.</a:t>
            </a:r>
          </a:p>
        </p:txBody>
      </p:sp>
      <p:pic>
        <p:nvPicPr>
          <p:cNvPr id="4" name="Picture 3" descr="02-assessm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6551" y="1417320"/>
            <a:ext cx="6098592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Workflow: assessment → pipeline → proposal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Start or import an assessment</a:t>
            </a:r>
          </a:p>
          <a:p>
            <a:r>
              <a:t>Run pipeline steps (transcribe → bill → contract)</a:t>
            </a:r>
          </a:p>
          <a:p>
            <a:r>
              <a:t>Review outputs in the right-side panel</a:t>
            </a:r>
          </a:p>
          <a:p>
            <a:r>
              <a:t>Export PDF/CSV for client + billing ops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400" b="1"/>
            </a:pPr>
            <a:r>
              <a:t>Intake capture + pipeline controls</a:t>
            </a:r>
          </a:p>
        </p:txBody>
      </p:sp>
      <p:pic>
        <p:nvPicPr>
          <p:cNvPr id="3" name="Picture 2" descr="03-visit-deta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8956" y="960120"/>
            <a:ext cx="6542126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400" b="1"/>
            </a:pPr>
            <a:r>
              <a:t>Contract generation (human-in-the-loop)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1109441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/>
            </a:pPr>
            <a:r>
              <a:t>Edit/regenerate, then export.</a:t>
            </a:r>
          </a:p>
        </p:txBody>
      </p:sp>
      <p:pic>
        <p:nvPicPr>
          <p:cNvPr id="4" name="Picture 3" descr="04-contract-pre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6551" y="1417320"/>
            <a:ext cx="6098592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400" b="1"/>
            </a:pPr>
            <a:r>
              <a:t>Client CRM (lightweight, agency-friendly)</a:t>
            </a:r>
          </a:p>
        </p:txBody>
      </p:sp>
      <p:pic>
        <p:nvPicPr>
          <p:cNvPr id="3" name="Picture 2" descr="05-cli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4784" y="1051560"/>
            <a:ext cx="6542126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400" b="1"/>
            </a:pPr>
            <a:r>
              <a:t>Reporting &amp; exports</a:t>
            </a:r>
          </a:p>
        </p:txBody>
      </p:sp>
      <p:pic>
        <p:nvPicPr>
          <p:cNvPr id="3" name="Picture 2" descr="06-repor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4784" y="1051560"/>
            <a:ext cx="6542126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it works (high level)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Frontend: Next.js admin UI</a:t>
            </a:r>
          </a:p>
          <a:p>
            <a:r>
              <a:t>Backend: FastAPI API + auth</a:t>
            </a:r>
          </a:p>
          <a:p>
            <a:r>
              <a:t>Pipeline: worker jobs (transcription, extraction, contract generation)</a:t>
            </a:r>
          </a:p>
          <a:p>
            <a:r>
              <a:t>Storage: Postgres (entities) + S3/MinIO (audio)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model (initial)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Subscription per agency / location</a:t>
            </a:r>
          </a:p>
          <a:p>
            <a:r>
              <a:t>Tiered plans by usage (visits/month, storage, seats)</a:t>
            </a:r>
          </a:p>
          <a:p>
            <a:r>
              <a:t>Optional onboarding + integrations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we’re building next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Deeper template controls + clause library</a:t>
            </a:r>
          </a:p>
          <a:p>
            <a:r>
              <a:t>More robust validation + audit trails</a:t>
            </a:r>
          </a:p>
          <a:p>
            <a:r>
              <a:t>Integrations (EMR/CRM, billing systems)</a:t>
            </a:r>
          </a:p>
          <a:p>
            <a:r>
              <a:t>Multi-location analytics and admin tooling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2682</TotalTime>
  <Words>282</Words>
  <Application>Microsoft Macintosh PowerPoint</Application>
  <PresentationFormat>Widescreen</PresentationFormat>
  <Paragraphs>39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Homecare AI</vt:lpstr>
      <vt:lpstr>The problem</vt:lpstr>
      <vt:lpstr>The solution</vt:lpstr>
      <vt:lpstr>PowerPoint Presentation</vt:lpstr>
      <vt:lpstr>PowerPoint Presentation</vt:lpstr>
      <vt:lpstr>Workflow: assessment → pipeline → proposal</vt:lpstr>
      <vt:lpstr>PowerPoint Presentation</vt:lpstr>
      <vt:lpstr>PowerPoint Presentation</vt:lpstr>
      <vt:lpstr>PowerPoint Presentation</vt:lpstr>
      <vt:lpstr>PowerPoint Presentation</vt:lpstr>
      <vt:lpstr>How it works (high level)</vt:lpstr>
      <vt:lpstr>Business model (initial)</vt:lpstr>
      <vt:lpstr>What we’re building next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muse ibrahim</cp:lastModifiedBy>
  <cp:revision>2</cp:revision>
  <dcterms:created xsi:type="dcterms:W3CDTF">2013-01-27T09:14:16Z</dcterms:created>
  <dcterms:modified xsi:type="dcterms:W3CDTF">2026-01-30T01:05:20Z</dcterms:modified>
  <cp:category/>
</cp:coreProperties>
</file>