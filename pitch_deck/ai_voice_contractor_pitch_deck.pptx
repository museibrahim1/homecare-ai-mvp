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Homecare AI (AI Voice Contractor)</a:t>
            </a:r>
          </a:p>
          <a:p>
            <a:pPr/>
            <a:r>
              <a:t>AI-powered care assessment engine for in-home healthcare agencies</a:t>
            </a:r>
          </a:p>
          <a:p>
            <a:pPr/>
            <a:r>
              <a:t>From intake/visit conversation to proposal-ready service contract</a:t>
            </a:r>
          </a:p>
          <a:p>
            <a:pPr/>
            <a:r>
              <a:t>Contact: [Name], [Email], [Phone], [Website]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Contracts take too long after intake or assessment calls</a:t>
            </a:r>
          </a:p>
          <a:p>
            <a:pPr/>
            <a:r>
              <a:t>Manual documentation is inconsistent and error-prone</a:t>
            </a:r>
          </a:p>
          <a:p>
            <a:pPr/>
            <a:r>
              <a:t>Agencies lose revenue from missed billables and slow turnaround</a:t>
            </a:r>
          </a:p>
          <a:p>
            <a:pPr/>
            <a:r>
              <a:t>Staff spend hours on paperwork instead of care coordination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Upload a call recording or transcript</a:t>
            </a:r>
          </a:p>
          <a:p>
            <a:pPr/>
            <a:r>
              <a:t>AI extracts care needs and services</a:t>
            </a:r>
          </a:p>
          <a:p>
            <a:pPr/>
            <a:r>
              <a:t>Generates proposal-ready contract, notes, and billables</a:t>
            </a:r>
          </a:p>
          <a:p>
            <a:pPr/>
            <a:r>
              <a:t>Admin review + one-click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Industry: Home Healthcare</a:t>
            </a:r>
          </a:p>
          <a:p>
            <a:pPr/>
            <a:r>
              <a:t>Tech: Healthcare IT (HealthTech)</a:t>
            </a:r>
          </a:p>
          <a:p>
            <a:pPr/>
            <a:r>
              <a:t>Model: Vertical SaaS</a:t>
            </a:r>
          </a:p>
          <a:p>
            <a:pPr/>
            <a:r>
              <a:t>Differentiator: AI automation</a:t>
            </a:r>
          </a:p>
          <a:p>
            <a:pPr/>
            <a:r>
              <a:t>Buyer: Agencies (B2B)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Contract-first workflow for faster intake conversion</a:t>
            </a:r>
          </a:p>
          <a:p>
            <a:pPr/>
            <a:r>
              <a:t>End-to-end pipeline: transcribe -&gt; diarize -&gt; extract -&gt; generate</a:t>
            </a:r>
          </a:p>
          <a:p>
            <a:pPr/>
            <a:r>
              <a:t>Admin UI to review and approve contracts</a:t>
            </a:r>
          </a:p>
          <a:p>
            <a:pPr/>
            <a:r>
              <a:t>Integrations: storage, calendar, billing exports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Detail (Pipeline)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Audio upload -&gt; S3-compatible storage</a:t>
            </a:r>
          </a:p>
          <a:p>
            <a:pPr/>
            <a:r>
              <a:t>Speech-to-text (Whisper)</a:t>
            </a:r>
          </a:p>
          <a:p>
            <a:pPr/>
            <a:r>
              <a:t>Optional speaker diarization (Pyannote)</a:t>
            </a:r>
          </a:p>
          <a:p>
            <a:pPr/>
            <a:r>
              <a:t>LLM extraction for billables and care needs</a:t>
            </a:r>
          </a:p>
          <a:p>
            <a:pPr/>
            <a:r>
              <a:t>Contract + SOAP note generation from templates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Flow (Screenshots)</a:t>
            </a:r>
          </a:p>
        </p:txBody>
      </p:sp>
      <p:pic>
        <p:nvPicPr>
          <p:cNvPr id="3" name="Picture 2" descr="11-new-vis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743200" cy="1554480"/>
          </a:xfrm>
          <a:prstGeom prst="rect">
            <a:avLst/>
          </a:prstGeom>
        </p:spPr>
      </p:pic>
      <p:pic>
        <p:nvPicPr>
          <p:cNvPr id="4" name="Picture 3" descr="12-add-intake-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371600"/>
            <a:ext cx="2743200" cy="1554480"/>
          </a:xfrm>
          <a:prstGeom prst="rect">
            <a:avLst/>
          </a:prstGeom>
        </p:spPr>
      </p:pic>
      <p:pic>
        <p:nvPicPr>
          <p:cNvPr id="5" name="Picture 4" descr="13-audio-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2743200" cy="1554480"/>
          </a:xfrm>
          <a:prstGeom prst="rect">
            <a:avLst/>
          </a:prstGeom>
        </p:spPr>
      </p:pic>
      <p:pic>
        <p:nvPicPr>
          <p:cNvPr id="6" name="Picture 5" descr="09-visit-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291840"/>
            <a:ext cx="2743200" cy="1554480"/>
          </a:xfrm>
          <a:prstGeom prst="rect">
            <a:avLst/>
          </a:prstGeom>
        </p:spPr>
      </p:pic>
      <p:pic>
        <p:nvPicPr>
          <p:cNvPr id="7" name="Picture 6" descr="10-contract-pre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291840"/>
            <a:ext cx="27432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WellSky</a:t>
            </a:r>
          </a:p>
          <a:p>
            <a:pPr/>
            <a:r>
              <a:t>AlayaCare</a:t>
            </a:r>
          </a:p>
          <a:p>
            <a:pPr/>
            <a:r>
              <a:t>AxisCare</a:t>
            </a:r>
          </a:p>
          <a:p>
            <a:pPr/>
            <a:r>
              <a:t>CareSmartz360</a:t>
            </a:r>
          </a:p>
          <a:p>
            <a:pPr/>
            <a:r>
              <a:t>Differentiator: contract-ready output with AI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SaaS per agency</a:t>
            </a:r>
          </a:p>
          <a:p>
            <a:pPr/>
            <a:r>
              <a:t>Usage-based add-on (per assessment/minute)</a:t>
            </a:r>
          </a:p>
          <a:p>
            <a:pPr/>
            <a:r>
              <a:t>Professional services for template onboarding</a:t>
            </a:r>
          </a:p>
          <a:p>
            <a:pPr/>
            <a:r>
              <a:t>B2B partnerships with agencies and care networks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Direct outreach to multi-location agencies</a:t>
            </a:r>
          </a:p>
          <a:p>
            <a:pPr/>
            <a:r>
              <a:t>Pilot programs with fast ROI</a:t>
            </a:r>
          </a:p>
          <a:p>
            <a:pPr/>
            <a:r>
              <a:t>Channel partners: billing software, staffing platforms</a:t>
            </a:r>
          </a:p>
          <a:p>
            <a:pPr/>
            <a:r>
              <a:t>Content marketing: compliance + speed wins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CRM Tools (Screenshots)</a:t>
            </a:r>
          </a:p>
        </p:txBody>
      </p:sp>
      <p:pic>
        <p:nvPicPr>
          <p:cNvPr id="3" name="Picture 2" descr="05-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90487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(Current)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MVP built: web app, API, worker pipeline</a:t>
            </a:r>
          </a:p>
          <a:p>
            <a:pPr/>
            <a:r>
              <a:t>Full demo flow: intake -&gt; contract export</a:t>
            </a:r>
          </a:p>
          <a:p>
            <a:pPr/>
            <a:r>
              <a:t>Deployment on Railway-ready architecture</a:t>
            </a:r>
          </a:p>
          <a:p>
            <a:pPr/>
            <a:r>
              <a:t>Next: pilots and paid trials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Contract-first workflow reduces time-to-revenue</a:t>
            </a:r>
          </a:p>
          <a:p>
            <a:pPr/>
            <a:r>
              <a:t>Structured billables reduce missed revenue</a:t>
            </a:r>
          </a:p>
          <a:p>
            <a:pPr/>
            <a:r>
              <a:t>Template-driven docs ensure compliance and consistency</a:t>
            </a:r>
          </a:p>
          <a:p>
            <a:pPr/>
            <a:r>
              <a:t>Modular pipeline supports upgrades and new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Size (HealthTech Sector)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TAM: Global HealthTech market ~$1.1T (2025) → ~$2.8T by 2032 (CAGR ~13.5%)</a:t>
            </a:r>
          </a:p>
          <a:p>
            <a:pPr/>
            <a:r>
              <a:t>SAM: Global Healthcare IT market ~$480B (2025) → ~$961B by 2030 (CAGR ~14.9%)</a:t>
            </a:r>
          </a:p>
          <a:p>
            <a:pPr/>
            <a:r>
              <a:t>SOM: Healthcare software &amp; SaaS ~$43B (2024) → ~$158B by 2034 (CAGR ~13.8%)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Q2: 3-5 agency pilots + measurable ROI</a:t>
            </a:r>
          </a:p>
          <a:p>
            <a:pPr/>
            <a:r>
              <a:t>Q3: multi-template support + analytics dashboard</a:t>
            </a:r>
          </a:p>
          <a:p>
            <a:pPr/>
            <a:r>
              <a:t>Q4: integrations + enterprise compliance features</a:t>
            </a:r>
          </a:p>
          <a:p>
            <a:pPr/>
            <a:r>
              <a:t>Q1 next year: scale outbound + channel partners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Founder/CEO: Muse Ibrahim</a:t>
            </a:r>
          </a:p>
          <a:p>
            <a:pPr/>
            <a:r>
              <a:t>[Add key hires or advisors]</a:t>
            </a:r>
          </a:p>
          <a:p>
            <a:pPr/>
            <a:r>
              <a:t>[Add clinical or compliance expertise]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Raising: $[amount] pre-seed</a:t>
            </a:r>
          </a:p>
          <a:p>
            <a:pPr/>
            <a:r>
              <a:t>Use of funds: product, compliance, pilots, sales</a:t>
            </a:r>
          </a:p>
          <a:p>
            <a:pPr/>
            <a:r>
              <a:t>Goal: convert pilots to paid accounts in 6 months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Name, title</a:t>
            </a:r>
          </a:p>
          <a:p>
            <a:pPr/>
            <a:r>
              <a:t>Email, phone</a:t>
            </a:r>
          </a:p>
          <a:p>
            <a:pPr/>
            <a:r>
              <a:t>Website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